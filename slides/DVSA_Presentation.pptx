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2628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0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DVSA Vulnerability Discovery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22402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Remediation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2918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ICS-344: Information Security  |  Course Project — Term 252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51206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Abdullah Almarhoun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8892B0"/>
                </a:solidFill>
              </a:rPr>
              <a:t>Student ID: 202017980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8892B0"/>
                </a:solidFill>
              </a:rPr>
              <a:t>King Fahd University of Petroleum and Minerals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86800" y="5212080"/>
            <a:ext cx="2743200" cy="457200"/>
          </a:xfrm>
          <a:prstGeom prst="rect">
            <a:avLst/>
          </a:prstGeom>
          <a:solidFill>
            <a:srgbClr val="0F1A3D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0" y="52120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 |  us-east-1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OVERVIEW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&amp; Architecture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106424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DVSA?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OWASP's Damn Vulnerable Serverless Application — an intentionally vulnerable AWS-based application built for security training. Deployed in a non-production account.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383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3794760"/>
            <a:ext cx="5486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DVSA, exploit each of the 10 official vulnerabilities, document evidence, apply real fixes, and verify that the fixes hold without breaking normal functionality.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1783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at a glance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0" y="2286000"/>
            <a:ext cx="365760" cy="365760"/>
          </a:xfrm>
          <a:prstGeom prst="ellipse">
            <a:avLst/>
          </a:prstGeom>
          <a:solidFill>
            <a:srgbClr val="0F1A3D"/>
          </a:solidFill>
          <a:ln w="12700">
            <a:solidFill>
              <a:srgbClr val="0F1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0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903720" y="2286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A3D"/>
                </a:solidFill>
              </a:rPr>
              <a:t>Browser</a:t>
            </a:r>
            <a:r>
              <a:rPr lang="en-US" sz="1200" dirty="0">
                <a:solidFill>
                  <a:srgbClr val="8892B0"/>
                </a:solidFill>
              </a:rPr>
              <a:t>  S3-hosted static frontend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0" y="2880360"/>
            <a:ext cx="365760" cy="365760"/>
          </a:xfrm>
          <a:prstGeom prst="ellipse">
            <a:avLst/>
          </a:prstGeom>
          <a:solidFill>
            <a:srgbClr val="0F1A3D"/>
          </a:solidFill>
          <a:ln w="12700">
            <a:solidFill>
              <a:srgbClr val="0F1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903720" y="2880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A3D"/>
                </a:solidFill>
              </a:rPr>
              <a:t>API Gateway</a:t>
            </a:r>
            <a:r>
              <a:rPr lang="en-US" sz="1200" dirty="0">
                <a:solidFill>
                  <a:srgbClr val="8892B0"/>
                </a:solidFill>
              </a:rPr>
              <a:t>  Public entry point, routes to Lambdas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0" y="3474720"/>
            <a:ext cx="365760" cy="365760"/>
          </a:xfrm>
          <a:prstGeom prst="ellipse">
            <a:avLst/>
          </a:prstGeom>
          <a:solidFill>
            <a:srgbClr val="0F1A3D"/>
          </a:solidFill>
          <a:ln w="12700">
            <a:solidFill>
              <a:srgbClr val="0F1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0" y="3474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03720" y="3474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A3D"/>
                </a:solidFill>
              </a:rPr>
              <a:t>AWS Lambda</a:t>
            </a:r>
            <a:r>
              <a:rPr lang="en-US" sz="1200" dirty="0">
                <a:solidFill>
                  <a:srgbClr val="8892B0"/>
                </a:solidFill>
              </a:rPr>
              <a:t>  Order, billing, receipt logic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0" y="4069080"/>
            <a:ext cx="365760" cy="365760"/>
          </a:xfrm>
          <a:prstGeom prst="ellipse">
            <a:avLst/>
          </a:prstGeom>
          <a:solidFill>
            <a:srgbClr val="0F1A3D"/>
          </a:solidFill>
          <a:ln w="12700">
            <a:solidFill>
              <a:srgbClr val="0F1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0" y="4069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03720" y="4069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A3D"/>
                </a:solidFill>
              </a:rPr>
              <a:t>DynamoDB</a:t>
            </a:r>
            <a:r>
              <a:rPr lang="en-US" sz="1200" dirty="0">
                <a:solidFill>
                  <a:srgbClr val="8892B0"/>
                </a:solidFill>
              </a:rPr>
              <a:t>  Persistent state — orders, users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0" y="4663440"/>
            <a:ext cx="365760" cy="365760"/>
          </a:xfrm>
          <a:prstGeom prst="ellipse">
            <a:avLst/>
          </a:prstGeom>
          <a:solidFill>
            <a:srgbClr val="0F1A3D"/>
          </a:solidFill>
          <a:ln w="12700">
            <a:solidFill>
              <a:srgbClr val="0F1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0080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903720" y="46634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A3D"/>
                </a:solidFill>
              </a:rPr>
              <a:t>Cognito</a:t>
            </a:r>
            <a:r>
              <a:rPr lang="en-US" sz="1200" dirty="0">
                <a:solidFill>
                  <a:srgbClr val="8892B0"/>
                </a:solidFill>
              </a:rPr>
              <a:t>  Identity &amp; JWT issuance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0" y="5257800"/>
            <a:ext cx="365760" cy="365760"/>
          </a:xfrm>
          <a:prstGeom prst="ellipse">
            <a:avLst/>
          </a:prstGeom>
          <a:solidFill>
            <a:srgbClr val="0F1A3D"/>
          </a:solidFill>
          <a:ln w="12700">
            <a:solidFill>
              <a:srgbClr val="0F1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00800" y="5257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903720" y="5257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A3D"/>
                </a:solidFill>
              </a:rPr>
              <a:t>S3 (receipts)</a:t>
            </a:r>
            <a:r>
              <a:rPr lang="en-US" sz="1200" dirty="0">
                <a:solidFill>
                  <a:srgbClr val="8892B0"/>
                </a:solidFill>
              </a:rPr>
              <a:t>  PDF receipt storage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LESSON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Injection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106424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486400" cy="1554480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73152" cy="15544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18745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VULNERABILITY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24028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DVSA-ORDER-MANAGER uses node-serialize, which evaluates JavaScript functions embedded in JSON via the _$$ND_FUNC$$_ marker.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1783080"/>
            <a:ext cx="5486400" cy="1554480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263640" y="1783080"/>
            <a:ext cx="73152" cy="15544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92240" y="18745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ATTACK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92240" y="224028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 JSON body containing a self-invoking function. Code runs inside the Lambda runtime — full filesystem access, env vars, IAM credentials.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474720"/>
            <a:ext cx="11201400" cy="1280160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48640" y="3474720"/>
            <a:ext cx="73152" cy="1280160"/>
          </a:xfrm>
          <a:prstGeom prst="rect">
            <a:avLst/>
          </a:prstGeom>
          <a:solidFill>
            <a:srgbClr val="0F1A3D"/>
          </a:solidFill>
          <a:ln w="12700">
            <a:solidFill>
              <a:srgbClr val="0F1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77240" y="3566160"/>
            <a:ext cx="10835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PROOF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" y="3931920"/>
            <a:ext cx="10835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/aws/lambda/DVSA-ORDER-MANAGER shows: "FILE READ SUCCESS: You are reading the contents of my hacked file!" — written by the injected payload, not by app logic.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892040"/>
            <a:ext cx="5486400" cy="1554480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48640" y="4892040"/>
            <a:ext cx="73152" cy="1554480"/>
          </a:xfrm>
          <a:prstGeom prst="rect">
            <a:avLst/>
          </a:prstGeom>
          <a:solidFill>
            <a:srgbClr val="2EC27E"/>
          </a:solidFill>
          <a:ln w="1270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77240" y="49834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2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" y="534924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node-serialize with JSON.parse(). Validate body.action against a strict allowlist before doing anything else.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63640" y="4892040"/>
            <a:ext cx="5486400" cy="1554480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263640" y="4892040"/>
            <a:ext cx="73152" cy="1554480"/>
          </a:xfrm>
          <a:prstGeom prst="rect">
            <a:avLst/>
          </a:prstGeom>
          <a:solidFill>
            <a:srgbClr val="2EC27E"/>
          </a:solidFill>
          <a:ln w="1270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92240" y="49834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2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VERIFICATION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92240" y="534924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payload now returns 400 invalid request body. CloudWatch shows no injection log entry.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LESSON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Authentication (JWT Forgery)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106424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486400" cy="1554480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73152" cy="15544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18745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VULNERABILITY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24028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decodes JWT payload but never verifies the signature. Identity claims are taken at face value.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1783080"/>
            <a:ext cx="5486400" cy="1554480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263640" y="1783080"/>
            <a:ext cx="73152" cy="15544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92240" y="18745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ATTACK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92240" y="224028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 User B's payload, swap username/sub to victim's identity, re-encode, keep original signature. Backend accepts it.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474720"/>
            <a:ext cx="11201400" cy="1280160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48640" y="3474720"/>
            <a:ext cx="73152" cy="1280160"/>
          </a:xfrm>
          <a:prstGeom prst="rect">
            <a:avLst/>
          </a:prstGeom>
          <a:solidFill>
            <a:srgbClr val="0F1A3D"/>
          </a:solidFill>
          <a:ln w="12700">
            <a:solidFill>
              <a:srgbClr val="0F1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77240" y="3566160"/>
            <a:ext cx="10835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PROOF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" y="3931920"/>
            <a:ext cx="10835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Forged token request returns User C's order list and full order details — User B never had access to those orders.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892040"/>
            <a:ext cx="5486400" cy="1554480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48640" y="4892040"/>
            <a:ext cx="73152" cy="1554480"/>
          </a:xfrm>
          <a:prstGeom prst="rect">
            <a:avLst/>
          </a:prstGeom>
          <a:solidFill>
            <a:srgbClr val="2EC27E"/>
          </a:solidFill>
          <a:ln w="1270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77240" y="49834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2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" y="534924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JWT against Cognito JWKS public keys. Validate iss, exp, token_use before extracting any identity claim.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63640" y="4892040"/>
            <a:ext cx="5486400" cy="1554480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263640" y="4892040"/>
            <a:ext cx="73152" cy="1554480"/>
          </a:xfrm>
          <a:prstGeom prst="rect">
            <a:avLst/>
          </a:prstGeom>
          <a:solidFill>
            <a:srgbClr val="2EC27E"/>
          </a:solidFill>
          <a:ln w="1270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92240" y="49834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2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VERIFICATION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92240" y="534924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Forged token now returns {"status":"err","msg":"invalid token"}. Genuine token still works correctly.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LESSON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 Exposure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106424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486400" cy="1554480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73152" cy="15544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18745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VULNERABILITY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24028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DVSA-ADMIN-GET-RECEIPT signs S3 URLs without verifying the requester owns the order.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1783080"/>
            <a:ext cx="5486400" cy="1554480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263640" y="1783080"/>
            <a:ext cx="73152" cy="15544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92240" y="18745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ATTACK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92240" y="224028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 receipt for someone else's order-id with a valid JWT. Receive a working presigned download URL.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474720"/>
            <a:ext cx="11201400" cy="1280160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48640" y="3474720"/>
            <a:ext cx="73152" cy="1280160"/>
          </a:xfrm>
          <a:prstGeom prst="rect">
            <a:avLst/>
          </a:prstGeom>
          <a:solidFill>
            <a:srgbClr val="0F1A3D"/>
          </a:solidFill>
          <a:ln w="12700">
            <a:solidFill>
              <a:srgbClr val="0F1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77240" y="3566160"/>
            <a:ext cx="10835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PROOF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" y="3931920"/>
            <a:ext cx="10835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Downloaded victim's receipt PDF using only attacker's token + victim's order-id.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892040"/>
            <a:ext cx="5486400" cy="1554480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48640" y="4892040"/>
            <a:ext cx="73152" cy="1554480"/>
          </a:xfrm>
          <a:prstGeom prst="rect">
            <a:avLst/>
          </a:prstGeom>
          <a:solidFill>
            <a:srgbClr val="2EC27E"/>
          </a:solidFill>
          <a:ln w="1270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77240" y="49834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2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" y="534924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up the order in DynamoDB and compare userId against the verified caller before signing the URL. Admins exempt.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63640" y="4892040"/>
            <a:ext cx="5486400" cy="1554480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263640" y="4892040"/>
            <a:ext cx="73152" cy="1554480"/>
          </a:xfrm>
          <a:prstGeom prst="rect">
            <a:avLst/>
          </a:prstGeom>
          <a:solidFill>
            <a:srgbClr val="2EC27E"/>
          </a:solidFill>
          <a:ln w="1270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92240" y="49834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2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VERIFICATION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92240" y="534924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Cross-user receipt request now returns 403 access denied. Own-user request still works.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LESSON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Access Control (IDOR)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106424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486400" cy="1554480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73152" cy="15544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18745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VULNERABILITY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24028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'get' action returns any order by ID. No comparison between order's userId and the caller.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1783080"/>
            <a:ext cx="5486400" cy="1554480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263640" y="1783080"/>
            <a:ext cx="73152" cy="15544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92240" y="18745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ATTACK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92240" y="224028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your own valid token + someone else's order-id. The full order record comes back. No forgery needed.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474720"/>
            <a:ext cx="11201400" cy="1280160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48640" y="3474720"/>
            <a:ext cx="73152" cy="1280160"/>
          </a:xfrm>
          <a:prstGeom prst="rect">
            <a:avLst/>
          </a:prstGeom>
          <a:solidFill>
            <a:srgbClr val="0F1A3D"/>
          </a:solidFill>
          <a:ln w="12700">
            <a:solidFill>
              <a:srgbClr val="0F1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77240" y="3566160"/>
            <a:ext cx="10835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PROOF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" y="3931920"/>
            <a:ext cx="10835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B retrieved User C's order details — items, total, address, status — using a legitimate token.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892040"/>
            <a:ext cx="5486400" cy="1554480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48640" y="4892040"/>
            <a:ext cx="73152" cy="1554480"/>
          </a:xfrm>
          <a:prstGeom prst="rect">
            <a:avLst/>
          </a:prstGeom>
          <a:solidFill>
            <a:srgbClr val="2EC27E"/>
          </a:solidFill>
          <a:ln w="1270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77240" y="49834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2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" y="534924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DynamoDB lookup, enforce orderItem.userId === user (or isAdmin). Mismatch returns 403.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63640" y="4892040"/>
            <a:ext cx="5486400" cy="1554480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263640" y="4892040"/>
            <a:ext cx="73152" cy="1554480"/>
          </a:xfrm>
          <a:prstGeom prst="rect">
            <a:avLst/>
          </a:prstGeom>
          <a:solidFill>
            <a:srgbClr val="2EC27E"/>
          </a:solidFill>
          <a:ln w="1270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92240" y="49834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2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VERIFICATION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92240" y="534924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Cross-user 'get' returns 403 access denied. Own-order fetches still work.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LESSONS 5 + 10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 — Two Sides of the Same Issue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106424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lessons share a root cause: no consistent error boundary.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5486400" cy="2194560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73152" cy="219456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22402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LESSON 5 — VERBOSE ERRORS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2606040"/>
            <a:ext cx="5120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missing fields or malformed JSON.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leaks /var/task/order-manager.js paths, line numbers, and stack frames straight back to the client.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2148840"/>
            <a:ext cx="5486400" cy="2194560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263640" y="2148840"/>
            <a:ext cx="73152" cy="219456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92240" y="22402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LESSON 10 — UNHANDLED EXCEPTIONS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92240" y="2606040"/>
            <a:ext cx="5120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null fields, wrong types, garbage bodies.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and Python exceptions bubble up to API Gateway, which reflects them in the response.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526280"/>
            <a:ext cx="11201400" cy="1828800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48640" y="4526280"/>
            <a:ext cx="73152" cy="1828800"/>
          </a:xfrm>
          <a:prstGeom prst="rect">
            <a:avLst/>
          </a:prstGeom>
          <a:solidFill>
            <a:srgbClr val="2EC27E"/>
          </a:solidFill>
          <a:ln w="1270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7240" y="4617720"/>
            <a:ext cx="10835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2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 (SAME PATTERN FOR BOTH)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4983480"/>
            <a:ext cx="10835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every handler in: (1) input validation that returns generic 400 for parse errors, and (2) a top-level try/catch. Log full traces to CloudWatch — return only generic 'service error' to clients.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Verified: malformed requests now return clean 400/500 responses with no internal details. CloudWatch retains full diagnostics for debugging.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LESSON 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Denial of Service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106424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486400" cy="1554480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73152" cy="15544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18745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VULNERABILITY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24028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endpoint has no rate limiting, no per-user throttle, no reserved concurrency.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1783080"/>
            <a:ext cx="5486400" cy="1554480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263640" y="1783080"/>
            <a:ext cx="73152" cy="15544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92240" y="18745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ATTACK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92240" y="224028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50 concurrent billing requests. Lambda concurrency saturates, locking out legitimate checkout traffic.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474720"/>
            <a:ext cx="11201400" cy="1280160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48640" y="3474720"/>
            <a:ext cx="73152" cy="1280160"/>
          </a:xfrm>
          <a:prstGeom prst="rect">
            <a:avLst/>
          </a:prstGeom>
          <a:solidFill>
            <a:srgbClr val="0F1A3D"/>
          </a:solidFill>
          <a:ln w="12700">
            <a:solidFill>
              <a:srgbClr val="0F1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77240" y="3566160"/>
            <a:ext cx="10835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PROOF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" y="3931920"/>
            <a:ext cx="10835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the flood, normal billing requests from another user return TooManyRequestsException / 429.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892040"/>
            <a:ext cx="5486400" cy="1554480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48640" y="4892040"/>
            <a:ext cx="73152" cy="1554480"/>
          </a:xfrm>
          <a:prstGeom prst="rect">
            <a:avLst/>
          </a:prstGeom>
          <a:solidFill>
            <a:srgbClr val="2EC27E"/>
          </a:solidFill>
          <a:ln w="1270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77240" y="49834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2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" y="534924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Reserved concurrency = 10 on the billing Lambda. API Gateway method throttling: rate 10/sec, burst 20.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63640" y="4892040"/>
            <a:ext cx="5486400" cy="1554480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263640" y="4892040"/>
            <a:ext cx="73152" cy="1554480"/>
          </a:xfrm>
          <a:prstGeom prst="rect">
            <a:avLst/>
          </a:prstGeom>
          <a:solidFill>
            <a:srgbClr val="2EC27E"/>
          </a:solidFill>
          <a:ln w="1270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92240" y="49834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2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VERIFICATION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92240" y="534924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 returns mostly 429s quickly. Single legitimate request still completes in normal time.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LESSON 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Over-Privileged Functions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106424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486400" cy="1554480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73152" cy="15544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18745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VULNERABILITY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24028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DVSA-SEND-RECEIPT-EMAIL role has wildcard S3 + DynamoDB access plus AmazonSESFullAccess. Job: send one email.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1783080"/>
            <a:ext cx="5486400" cy="1554480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263640" y="1783080"/>
            <a:ext cx="73152" cy="15544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92240" y="18745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ATTACK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92240" y="224028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function is compromised, the attacker inherits its IAM role — read/write any S3 bucket, scan/delete any DynamoDB table.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474720"/>
            <a:ext cx="11201400" cy="1280160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48640" y="3474720"/>
            <a:ext cx="73152" cy="1280160"/>
          </a:xfrm>
          <a:prstGeom prst="rect">
            <a:avLst/>
          </a:prstGeom>
          <a:solidFill>
            <a:srgbClr val="0F1A3D"/>
          </a:solidFill>
          <a:ln w="12700">
            <a:solidFill>
              <a:srgbClr val="0F1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77240" y="3566160"/>
            <a:ext cx="10835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PROOF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" y="3931920"/>
            <a:ext cx="10835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Simulator: Allowed for s3:GetObject and dynamodb:Scan on unrelated resources. CloudTrail-generated policy shows real usage is only logs + KMS + STS.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892040"/>
            <a:ext cx="5486400" cy="1554480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48640" y="4892040"/>
            <a:ext cx="73152" cy="1554480"/>
          </a:xfrm>
          <a:prstGeom prst="rect">
            <a:avLst/>
          </a:prstGeom>
          <a:solidFill>
            <a:srgbClr val="2EC27E"/>
          </a:solidFill>
          <a:ln w="1270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77240" y="49834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2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" y="534924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inline policies with scoped least-privilege policy. Drop AmazonSESFullAccess. S3 limited to receipts/* prefix; DynamoDB to specific tables.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63640" y="4892040"/>
            <a:ext cx="5486400" cy="1554480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263640" y="4892040"/>
            <a:ext cx="73152" cy="1554480"/>
          </a:xfrm>
          <a:prstGeom prst="rect">
            <a:avLst/>
          </a:prstGeom>
          <a:solidFill>
            <a:srgbClr val="2EC27E"/>
          </a:solidFill>
          <a:ln w="12700">
            <a:solidFill>
              <a:srgbClr val="2EC2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92240" y="49834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2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VERIFICATION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92240" y="534924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 now Denies the same actions on unrelated resources. Receipt email flow continues to work.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10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RECOMMENDATIONS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rules that would prevent most of what we found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0"/>
          </a:xfrm>
          <a:prstGeom prst="line">
            <a:avLst/>
          </a:prstGeom>
          <a:noFill/>
          <a:ln w="1905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486400" cy="1280160"/>
          </a:xfrm>
          <a:prstGeom prst="rect">
            <a:avLst/>
          </a:prstGeom>
          <a:solidFill>
            <a:srgbClr val="0F1A3D"/>
          </a:solidFill>
          <a:ln w="12700">
            <a:solidFill>
              <a:srgbClr val="0F1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9659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77240" y="2331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input strictly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26974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+ allowlist at the boundary. No deserializer that evaluates code.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1828800"/>
            <a:ext cx="5486400" cy="1280160"/>
          </a:xfrm>
          <a:prstGeom prst="rect">
            <a:avLst/>
          </a:prstGeom>
          <a:solidFill>
            <a:srgbClr val="0F1A3D"/>
          </a:solidFill>
          <a:ln w="12700">
            <a:solidFill>
              <a:srgbClr val="0F1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92240" y="19659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492240" y="2331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identity cryptographically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Decode-and-trust is not authentication. JWKS verification, every time.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291840"/>
            <a:ext cx="5486400" cy="1280160"/>
          </a:xfrm>
          <a:prstGeom prst="rect">
            <a:avLst/>
          </a:prstGeom>
          <a:solidFill>
            <a:srgbClr val="0F1A3D"/>
          </a:solidFill>
          <a:ln w="12700">
            <a:solidFill>
              <a:srgbClr val="0F1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7240" y="34290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77240" y="3794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least privilege to every IAM role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77240" y="41605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Lambda's role IS the security boundary. Wildcards are unacceptable.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63640" y="3291840"/>
            <a:ext cx="5486400" cy="1280160"/>
          </a:xfrm>
          <a:prstGeom prst="rect">
            <a:avLst/>
          </a:prstGeom>
          <a:solidFill>
            <a:srgbClr val="0F1A3D"/>
          </a:solidFill>
          <a:ln w="12700">
            <a:solidFill>
              <a:srgbClr val="0F1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92240" y="34290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492240" y="3794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 error handling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92240" y="41605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get generic messages. CloudWatch gets full traces. Never mix the two.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754880"/>
            <a:ext cx="5486400" cy="1280160"/>
          </a:xfrm>
          <a:prstGeom prst="rect">
            <a:avLst/>
          </a:prstGeom>
          <a:solidFill>
            <a:srgbClr val="0F1A3D"/>
          </a:solidFill>
          <a:ln w="12700">
            <a:solidFill>
              <a:srgbClr val="0F1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77240" y="4892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77240" y="5257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conditional writes for state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77240" y="56235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 conditions are closed at the database, not in hopeful application code.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63640" y="4754880"/>
            <a:ext cx="5486400" cy="1280160"/>
          </a:xfrm>
          <a:prstGeom prst="rect">
            <a:avLst/>
          </a:prstGeom>
          <a:solidFill>
            <a:srgbClr val="0F1A3D"/>
          </a:solidFill>
          <a:ln w="12700">
            <a:solidFill>
              <a:srgbClr val="0F1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92240" y="4892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492240" y="5257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dependencies in CI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492240" y="56235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audit --audit-level=high blocks deploys. Catches regressions automatically.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6263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|  Questions?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1096</Words>
  <Application>Microsoft Office PowerPoint</Application>
  <PresentationFormat>Widescreen</PresentationFormat>
  <Paragraphs>144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DVSA Vulnerability Discovery and Remediation</dc:title>
  <dc:subject>PptxGenJS Presentation</dc:subject>
  <dc:creator>Abdullah Almarhoun</dc:creator>
  <cp:lastModifiedBy>ABDULLAH MIRZA ALMARHOUN</cp:lastModifiedBy>
  <cp:revision>2</cp:revision>
  <dcterms:created xsi:type="dcterms:W3CDTF">2026-05-04T14:14:55Z</dcterms:created>
  <dcterms:modified xsi:type="dcterms:W3CDTF">2026-05-04T19:20:59Z</dcterms:modified>
</cp:coreProperties>
</file>